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nchanet" initials="P" lastIdx="1" clrIdx="0">
    <p:extLst>
      <p:ext uri="{19B8F6BF-5375-455C-9EA6-DF929625EA0E}">
        <p15:presenceInfo xmlns:p15="http://schemas.microsoft.com/office/powerpoint/2012/main" userId="Panchane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3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362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7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56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9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7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8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4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9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4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9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EEF9223-22B4-43BA-BC4D-3D86FEDD3AF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8E62398-A858-4A50-90B1-20132FFBD9B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6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7807-FB07-2E5B-F99A-0072980D9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060" y="1041400"/>
            <a:ext cx="11231880" cy="2387600"/>
          </a:xfrm>
        </p:spPr>
        <p:txBody>
          <a:bodyPr>
            <a:normAutofit/>
          </a:bodyPr>
          <a:lstStyle/>
          <a:p>
            <a:r>
              <a:rPr lang="en-US" sz="5000" b="1" dirty="0">
                <a:latin typeface="Arial" panose="020B0604020202020204" pitchFamily="34" charset="0"/>
                <a:cs typeface="Arial" panose="020B0604020202020204" pitchFamily="34" charset="0"/>
              </a:rPr>
              <a:t>COMPANY PERFORMANCE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C860C-A6A0-6E47-B596-146ABBF1B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69900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East West 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0829D-5AE0-54E0-04F1-933F1364DCB6}"/>
              </a:ext>
            </a:extLst>
          </p:cNvPr>
          <p:cNvSpPr txBox="1"/>
          <p:nvPr/>
        </p:nvSpPr>
        <p:spPr>
          <a:xfrm>
            <a:off x="-1615440" y="5816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Presented By: Sium</a:t>
            </a:r>
          </a:p>
        </p:txBody>
      </p:sp>
    </p:spTree>
    <p:extLst>
      <p:ext uri="{BB962C8B-B14F-4D97-AF65-F5344CB8AC3E}">
        <p14:creationId xmlns:p14="http://schemas.microsoft.com/office/powerpoint/2010/main" val="1503087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0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16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23E1-DAA4-D60A-8208-6560A72A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949" y="3613126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6550470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141</TotalTime>
  <Words>12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Retrospect</vt:lpstr>
      <vt:lpstr>COMPANY PERFORMANCE REVIEW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Panchanet</dc:creator>
  <cp:lastModifiedBy>Panchanet</cp:lastModifiedBy>
  <cp:revision>2</cp:revision>
  <dcterms:created xsi:type="dcterms:W3CDTF">2026-02-08T07:05:34Z</dcterms:created>
  <dcterms:modified xsi:type="dcterms:W3CDTF">2026-02-08T09:26:42Z</dcterms:modified>
</cp:coreProperties>
</file>